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8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18AEAA2-F4E1-4932-9D29-94B6B54DABE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BF16-330E-4767-B0BD-8BCB19F7681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911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EAA2-F4E1-4932-9D29-94B6B54DABE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BF16-330E-4767-B0BD-8BCB19F7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4249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EAA2-F4E1-4932-9D29-94B6B54DABE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BF16-330E-4767-B0BD-8BCB19F7681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6506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EAA2-F4E1-4932-9D29-94B6B54DABE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BF16-330E-4767-B0BD-8BCB19F7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256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EAA2-F4E1-4932-9D29-94B6B54DABE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BF16-330E-4767-B0BD-8BCB19F7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223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EAA2-F4E1-4932-9D29-94B6B54DABE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BF16-330E-4767-B0BD-8BCB19F7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92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EAA2-F4E1-4932-9D29-94B6B54DABE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BF16-330E-4767-B0BD-8BCB19F7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5379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EAA2-F4E1-4932-9D29-94B6B54DABE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BF16-330E-4767-B0BD-8BCB19F7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810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EAA2-F4E1-4932-9D29-94B6B54DABE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BF16-330E-4767-B0BD-8BCB19F7681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439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EAA2-F4E1-4932-9D29-94B6B54DABE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BF16-330E-4767-B0BD-8BCB19F768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102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AEAA2-F4E1-4932-9D29-94B6B54DABE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8CBF16-330E-4767-B0BD-8BCB19F7681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1311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618AEAA2-F4E1-4932-9D29-94B6B54DABE5}" type="datetimeFigureOut">
              <a:rPr lang="en-US" smtClean="0"/>
              <a:t>2/8/2026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A78CBF16-330E-4767-B0BD-8BCB19F7681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3290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D786B-DAA7-F799-2984-A14C220C3E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True Companion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E81BAB-3CD8-0212-625B-EEFDB3BCAD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“Your empathetic, adaptive voice-first companion”</a:t>
            </a:r>
          </a:p>
        </p:txBody>
      </p:sp>
    </p:spTree>
    <p:extLst>
      <p:ext uri="{BB962C8B-B14F-4D97-AF65-F5344CB8AC3E}">
        <p14:creationId xmlns:p14="http://schemas.microsoft.com/office/powerpoint/2010/main" val="8483161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49F51-F0C8-00E2-1898-27732D4B7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87F77-2956-E660-0FA2-73DAFC8FA8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A sophisticated, voice-first, multilingual AI companion designed for mental wellness support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ptos" panose="020B00040202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Uses </a:t>
            </a:r>
            <a:r>
              <a:rPr lang="en-US" b="1" dirty="0">
                <a:latin typeface="Aptos" panose="020B0004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real-time audio streaming</a:t>
            </a:r>
            <a:r>
              <a:rPr lang="en-US" dirty="0">
                <a:latin typeface="Aptos" panose="020B0004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</a:t>
            </a:r>
            <a:r>
              <a:rPr lang="en-US" b="1" dirty="0">
                <a:latin typeface="Aptos" panose="020B0004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sentiment analysis</a:t>
            </a:r>
            <a:r>
              <a:rPr lang="en-US" dirty="0">
                <a:latin typeface="Aptos" panose="020B0004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, and a </a:t>
            </a:r>
            <a:r>
              <a:rPr lang="en-US" b="1" dirty="0">
                <a:latin typeface="Aptos" panose="020B0004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multi-agent persona engine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latin typeface="Aptos" panose="020B00040202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Goal: Provide empathetic, adaptive conversations that feel natural and supportive</a:t>
            </a:r>
          </a:p>
        </p:txBody>
      </p:sp>
    </p:spTree>
    <p:extLst>
      <p:ext uri="{BB962C8B-B14F-4D97-AF65-F5344CB8AC3E}">
        <p14:creationId xmlns:p14="http://schemas.microsoft.com/office/powerpoint/2010/main" val="3850944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83C5C-23F0-4959-BA2F-2D0088F53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🌟 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800740-339D-4BDF-BC0C-E7AB9ED4B5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ptos" panose="020B0004020202020204" pitchFamily="34" charset="0"/>
              </a:rPr>
              <a:t>Connects directly to </a:t>
            </a:r>
            <a:r>
              <a:rPr lang="en-US" b="1" dirty="0">
                <a:latin typeface="Aptos" panose="020B0004020202020204" pitchFamily="34" charset="0"/>
              </a:rPr>
              <a:t>Google Gemini Multimodal Live API</a:t>
            </a:r>
          </a:p>
          <a:p>
            <a:endParaRPr lang="en-US" b="1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Enables </a:t>
            </a:r>
            <a:r>
              <a:rPr lang="en-US" b="1" dirty="0">
                <a:latin typeface="Aptos" panose="020B0004020202020204" pitchFamily="34" charset="0"/>
              </a:rPr>
              <a:t>low-latency voice conversations</a:t>
            </a:r>
          </a:p>
          <a:p>
            <a:endParaRPr lang="en-US" b="1" dirty="0">
              <a:latin typeface="Aptos" panose="020B0004020202020204" pitchFamily="34" charset="0"/>
            </a:endParaRPr>
          </a:p>
          <a:p>
            <a:r>
              <a:rPr lang="en-US" dirty="0">
                <a:latin typeface="Aptos" panose="020B0004020202020204" pitchFamily="34" charset="0"/>
              </a:rPr>
              <a:t>Not just a chatbot → a </a:t>
            </a:r>
            <a:r>
              <a:rPr lang="en-US" i="1" dirty="0">
                <a:latin typeface="Aptos" panose="020B0004020202020204" pitchFamily="34" charset="0"/>
              </a:rPr>
              <a:t>“feeling” companion</a:t>
            </a:r>
            <a:r>
              <a:rPr lang="en-US" dirty="0">
                <a:latin typeface="Aptos" panose="020B0004020202020204" pitchFamily="34" charset="0"/>
              </a:rPr>
              <a:t> that adapts personality to emotional state</a:t>
            </a:r>
            <a:endParaRPr lang="en-US" b="1" dirty="0">
              <a:latin typeface="Aptos" panose="020B00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2866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64E0D-D266-0383-2670-36BDF0BE0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🎙️ Core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B72200-0F1A-97E2-C6D5-A98280737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</a:rPr>
              <a:t>Real-time voice interaction via </a:t>
            </a:r>
            <a:r>
              <a:rPr lang="en-US" b="1" dirty="0" err="1">
                <a:latin typeface="Aptos" panose="020B0004020202020204" pitchFamily="34" charset="0"/>
              </a:rPr>
              <a:t>WebSockets</a:t>
            </a:r>
            <a:endParaRPr lang="en-US" b="1" dirty="0">
              <a:latin typeface="Aptos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latin typeface="Aptos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</a:rPr>
              <a:t>Connects to </a:t>
            </a:r>
            <a:r>
              <a:rPr lang="en-US" b="1" dirty="0">
                <a:latin typeface="Aptos" panose="020B0004020202020204" pitchFamily="34" charset="0"/>
              </a:rPr>
              <a:t>gemini-2.5-flash-native-audio LIVE API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latin typeface="Aptos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</a:rPr>
              <a:t>Instant, interruption-friendly conversations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ptos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</a:rPr>
              <a:t>No text-to-speech lag → native audio generation</a:t>
            </a:r>
          </a:p>
        </p:txBody>
      </p:sp>
    </p:spTree>
    <p:extLst>
      <p:ext uri="{BB962C8B-B14F-4D97-AF65-F5344CB8AC3E}">
        <p14:creationId xmlns:p14="http://schemas.microsoft.com/office/powerpoint/2010/main" val="1595578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1C7F4-8060-4A78-EAA9-940328CDE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🧠 Multi-Agent Persona Engine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7C721-8284-4130-C1A5-17CD3DAAF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Dynamically switches personas based on vocal tone &amp; sentiment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latin typeface="Aptos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latin typeface="Aptos" panose="020B0004020202020204" pitchFamily="34" charset="0"/>
              </a:rPr>
              <a:t>Examples: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ptos" panose="020B0004020202020204" pitchFamily="34" charset="0"/>
            </a:endParaRP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Shaky/distressed → DEEPLY_EMPATHETIC_LISTENER (warm, slower pace)</a:t>
            </a: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Positive → PLAYFUL_QUIRKY_FRIEND</a:t>
            </a:r>
          </a:p>
          <a:p>
            <a:pPr lvl="1"/>
            <a:r>
              <a:rPr lang="en-US" sz="2400" dirty="0">
                <a:latin typeface="Aptos" panose="020B0004020202020204" pitchFamily="34" charset="0"/>
              </a:rPr>
              <a:t>Unstable → CALM_GROUNDING_STABILIZER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049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19E6E-6320-EDE7-B8C0-34256EB10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🚨 Crisis Intervention Protocol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D943D-792F-3682-A18D-538AE9210A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Aptos" panose="020B0004020202020204" pitchFamily="34" charset="0"/>
              </a:rPr>
              <a:t>Human-in-the-Loop (HITL)</a:t>
            </a:r>
            <a:r>
              <a:rPr lang="en-US" dirty="0">
                <a:latin typeface="Aptos" panose="020B0004020202020204" pitchFamily="34" charset="0"/>
              </a:rPr>
              <a:t> safety mechanism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ptos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</a:rPr>
              <a:t>Detects intent of self-harm → triggers </a:t>
            </a:r>
            <a:r>
              <a:rPr lang="en-US" b="1" dirty="0">
                <a:latin typeface="Aptos" panose="020B0004020202020204" pitchFamily="34" charset="0"/>
              </a:rPr>
              <a:t>Emergency Protocol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b="1" dirty="0">
              <a:latin typeface="Aptos" panose="020B000402020202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</a:rPr>
              <a:t>AI pauses → shows modal with local helpline numbers (e.g., 988)</a:t>
            </a:r>
          </a:p>
        </p:txBody>
      </p:sp>
    </p:spTree>
    <p:extLst>
      <p:ext uri="{BB962C8B-B14F-4D97-AF65-F5344CB8AC3E}">
        <p14:creationId xmlns:p14="http://schemas.microsoft.com/office/powerpoint/2010/main" val="715632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4FDAEC-68BD-A6B0-F89D-59D2BCB106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26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74475-046F-2C37-727D-BF8821EEC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Benefits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2511F0-C566-49E5-2061-74E3F033C8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Empathetic, adaptive support for mental wellness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ptos" panose="020B00040202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Real-time, natural voice-first interaction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ptos" panose="020B00040202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Built-in safety &amp; crisis intervention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dirty="0">
              <a:latin typeface="Aptos" panose="020B0004020202020204" pitchFamily="34" charset="0"/>
              <a:ea typeface="Calibri Light" panose="020F0302020204030204" pitchFamily="34" charset="0"/>
              <a:cs typeface="Calibri Light" panose="020F0302020204030204" pitchFamily="34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dirty="0">
                <a:latin typeface="Aptos" panose="020B0004020202020204" pitchFamily="34" charset="0"/>
                <a:ea typeface="Calibri Light" panose="020F0302020204030204" pitchFamily="34" charset="0"/>
                <a:cs typeface="Calibri Light" panose="020F0302020204030204" pitchFamily="34" charset="0"/>
              </a:rPr>
              <a:t>Continuous evaluation for quality assurance</a:t>
            </a:r>
          </a:p>
        </p:txBody>
      </p:sp>
    </p:spTree>
    <p:extLst>
      <p:ext uri="{BB962C8B-B14F-4D97-AF65-F5344CB8AC3E}">
        <p14:creationId xmlns:p14="http://schemas.microsoft.com/office/powerpoint/2010/main" val="2336169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38</TotalTime>
  <Words>207</Words>
  <Application>Microsoft Office PowerPoint</Application>
  <PresentationFormat>Widescreen</PresentationFormat>
  <Paragraphs>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Aptos</vt:lpstr>
      <vt:lpstr>Arial</vt:lpstr>
      <vt:lpstr>Tw Cen MT</vt:lpstr>
      <vt:lpstr>Tw Cen MT Condensed</vt:lpstr>
      <vt:lpstr>Wingdings</vt:lpstr>
      <vt:lpstr>Wingdings 3</vt:lpstr>
      <vt:lpstr>Integral</vt:lpstr>
      <vt:lpstr>True Companion </vt:lpstr>
      <vt:lpstr>Introduction</vt:lpstr>
      <vt:lpstr>🌟 How It Works</vt:lpstr>
      <vt:lpstr>🎙️ Core Features</vt:lpstr>
      <vt:lpstr>🧠 Multi-Agent Persona Engine</vt:lpstr>
      <vt:lpstr>🚨 Crisis Intervention Protocol</vt:lpstr>
      <vt:lpstr>PowerPoint Presentation</vt:lpstr>
      <vt:lpstr>Benefits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Karthikeyan</dc:creator>
  <cp:lastModifiedBy>Karthikeyan</cp:lastModifiedBy>
  <cp:revision>2</cp:revision>
  <dcterms:created xsi:type="dcterms:W3CDTF">2026-02-08T08:06:30Z</dcterms:created>
  <dcterms:modified xsi:type="dcterms:W3CDTF">2026-02-08T08:44:42Z</dcterms:modified>
</cp:coreProperties>
</file>